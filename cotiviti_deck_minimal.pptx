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camera: name, university, one-line thesis — agentic AI applied to the payment side of healthcare, where Cotiviti's payment-integrity business lives. 'In five minutes: the problem, my recommendation, and a working proof of concept.'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first: ~$29B Medicare FFS, ~$37B Medicaid in FY2025; over $100B combined in FY2023 per GAO. Improper isn't all fraud — documentation and coding errors too — exactly pattern-recognition territory. Then the timing: agentic pilots everywhere but early, CMS adopting AI itself, governance hardening. Window open; auditability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agentic AI in one breath: plans, reasons step by step, uses tools, adapts — versus one-shot generative AI. Then the scoping decision: TPO is the HIPAA umbrella; Payment chosen deliberately — auditable against written policy, measurable ROI, Cotiviti's core business. Scoping is the point, not a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graded heart. Option 1: human-in-the-loop pilot inside existing payment-integrity workflows — proves value, generates labeled reasoning data. Option 2: audit/evaluation infrastructure as product — governance becomes a selling point under payer scrutiny. Option 3: publish where autonomy stops — cheap, positions Cotiviti as standards-shaper. Prove, productize, lead. Threats (hallucination, auditability, regulation, provider abrasion) argue for exactly this human-in-the-loop, governed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steps, quickly. Then the philosophy: deliberately simple, per the assessment's own instruction to satisfice — one script, no frameworks. Synthetic data is the correct choice: real claims are PHI. Approve is the only autonomous outcome; flags and escalations go to humans — Option 3's autonomy boundary, implemented. Then cut to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first: 4/4 caught, 0/7 false positives, the ambiguous claim flagged as designed. Point at C012's trace ending in a quoted policy line — that's grounding, and the audit log is the auditable-by-design principle working. Be honest: twelve claims proves the mechanism, not performance — then the scale path: embeddings, claims database, precision/recall, provider time-series. Close: everything's in the repo. Replace the placeholder URL before exporting.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INTERN ASSESSMENT  ·  TOPIC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for Healthcare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Integrity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 Making &amp; Pattern Recognition in Health Care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Bhanu Kokkula</a:t>
            </a:r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Rutgers University   ·   Intern — Generative AI / Agentic AI / Research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· AND THE MOMENT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Improper payments remain a $100B-scale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$28.8B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67512" y="30175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FFS improper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FY2025 (6.55%)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0" y="19659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$37.4B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416552" y="30175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Medicaid improper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FY2025 (6.12%)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8160" y="19659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$100B+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165592" y="30175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+ Medicaid combined,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 — 43% of gov-wide total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— 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systems (Mount Sinai, Mayo, NHS) are piloting agentic AI while most deployments remain early; CMS itself now applies AI to claims analysis; and governance is formalizing (HHS AI Strategy, Joint Commission / CHAI certification). The capability window is open, and auditability is becoming table stakes.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CMS FY2025 improper-payment estimates; GAO-24-107487; HHS AI Strategy (Dec 2025).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AND SCOPE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generative to agentic — scoped to Payment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 in, one response out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plan, no tools, no goal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drives every action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23774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multi-step tasks toward a goal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reasoning through intermediate decisions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tools and data, adapts to what it observes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10927080" cy="1600200"/>
          </a:xfrm>
          <a:prstGeom prst="roundRect">
            <a:avLst>
              <a:gd name="adj" fmla="val 4571"/>
            </a:avLst>
          </a:prstGeom>
          <a:solidFill>
            <a:srgbClr val="F2F7F6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572000"/>
            <a:ext cx="10287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scope — the “P” in TPO.  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frames health-data use as Treatment, Payment &amp; Operations. This work targets Payment: decisions are auditable against written policy, ROI is measurable, and it is Cotiviti's core payment-integrity business.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strategic options for Cotiviti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5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agent-assisted claims review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read flagged claims, retrieve policy, draft cited recommendations; human analysts decide. Raises analyst throughput, keeps accountability human.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53949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value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34840" y="1783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5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4434840" y="274320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Auditable-by-design agent infrastructure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434840" y="365760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Reasoning-trace capture, decision logging, and evaluation harnesses as product features — aligned to Joint Commission / CHAI frameworks.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34840" y="53949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Productizes trust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0" y="1783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5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8229600" y="274320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position on autonomy boundaries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229600" y="365760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where agents may act (enrichment, triage) vs. where humans are mandatory (adverse determinations). Shape unsettled standards.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0" y="53949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position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by commitment: pilot → productize → lead the standard.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that reviews claims — deliberately simple</a:t>
            </a:r>
            <a:endParaRPr lang="en-US" sz="3000" dirty="0"/>
          </a:p>
        </p:txBody>
      </p:sp>
      <p:pic>
        <p:nvPicPr>
          <p:cNvPr id="4" name="Image 0" descr="icon_d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92808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Load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097280" y="2258568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synthetic claims — real CPT / ICD-10 codes; 4 planted anomalies, 1 borderline</a:t>
            </a:r>
            <a:endParaRPr lang="en-US" sz="1250" dirty="0"/>
          </a:p>
        </p:txBody>
      </p:sp>
      <p:pic>
        <p:nvPicPr>
          <p:cNvPr id="7" name="Image 1" descr="icon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892808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9204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Retrieve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4892040" y="2258568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claim to the relevant billing-policy excerpt (RAG)</a:t>
            </a:r>
            <a:endParaRPr lang="en-US" sz="1250" dirty="0"/>
          </a:p>
        </p:txBody>
      </p:sp>
      <p:pic>
        <p:nvPicPr>
          <p:cNvPr id="10" name="Image 2" descr="icon_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92808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Reason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8686800" y="2258568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reasons step-by-step, grounded in the retrieved policy text</a:t>
            </a:r>
            <a:endParaRPr lang="en-US" sz="1250" dirty="0"/>
          </a:p>
        </p:txBody>
      </p:sp>
      <p:pic>
        <p:nvPicPr>
          <p:cNvPr id="13" name="Image 3" descr="icon_bran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84448"/>
            <a:ext cx="310896" cy="3108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566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Decide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1097280" y="3950208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· flag · escalate — only approval is autonomous</a:t>
            </a:r>
            <a:endParaRPr lang="en-US" sz="1250" dirty="0"/>
          </a:p>
        </p:txBody>
      </p:sp>
      <p:pic>
        <p:nvPicPr>
          <p:cNvPr id="16" name="Image 4" descr="icon_fi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3584448"/>
            <a:ext cx="310896" cy="31089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892040" y="3566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Log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4892040" y="3950208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reasoning trace + cited policy line → audit_log.jsonl</a:t>
            </a:r>
            <a:endParaRPr lang="en-US" sz="1250" dirty="0"/>
          </a:p>
        </p:txBody>
      </p:sp>
      <p:pic>
        <p:nvPicPr>
          <p:cNvPr id="19" name="Image 5" descr="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3584448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686800" y="3566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Evaluate</a:t>
            </a:r>
            <a:endParaRPr lang="en-US" sz="1550" dirty="0"/>
          </a:p>
        </p:txBody>
      </p:sp>
      <p:sp>
        <p:nvSpPr>
          <p:cNvPr id="21" name="Text 13"/>
          <p:cNvSpPr/>
          <p:nvPr/>
        </p:nvSpPr>
        <p:spPr>
          <a:xfrm>
            <a:off x="8686800" y="3950208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decision against planted ground truth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640080" y="5349240"/>
            <a:ext cx="10927080" cy="1051560"/>
          </a:xfrm>
          <a:prstGeom prst="roundRect">
            <a:avLst>
              <a:gd name="adj" fmla="val 6957"/>
            </a:avLst>
          </a:prstGeom>
          <a:solidFill>
            <a:srgbClr val="F2F7F6"/>
          </a:solidFill>
          <a:ln/>
        </p:spPr>
      </p:sp>
      <p:sp>
        <p:nvSpPr>
          <p:cNvPr id="23" name="Text 15"/>
          <p:cNvSpPr/>
          <p:nvPr/>
        </p:nvSpPr>
        <p:spPr>
          <a:xfrm>
            <a:off x="960120" y="5532120"/>
            <a:ext cx="10287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“satisfice”:  </a:t>
            </a:r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Python script (~150 lines), Anthropic API, no frameworks. Synthetic data by design — real claims are PHI.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AND NEXT STEPS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against planted ground truth</a:t>
            </a:r>
            <a:endParaRPr lang="en-US" sz="3000" dirty="0"/>
          </a:p>
        </p:txBody>
      </p:sp>
      <p:pic>
        <p:nvPicPr>
          <p:cNvPr id="4" name="Image 0" descr="crop_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583680" cy="777240"/>
          </a:xfrm>
          <a:prstGeom prst="rect">
            <a:avLst/>
          </a:prstGeom>
        </p:spPr>
      </p:pic>
      <p:pic>
        <p:nvPicPr>
          <p:cNvPr id="5" name="Image 1" descr="crop_c0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06040"/>
            <a:ext cx="4892040" cy="37307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63825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with reasoning trace and cited policy line (claim C012)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5989320" y="2715768"/>
            <a:ext cx="100584" cy="100584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8" name="Text 4"/>
          <p:cNvSpPr/>
          <p:nvPr/>
        </p:nvSpPr>
        <p:spPr>
          <a:xfrm>
            <a:off x="6217920" y="265176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 planted anomalies caught; 0/7 clean claims falsely flagged; the one deliberately ambiguous claim flagged as designed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989320" y="3630168"/>
            <a:ext cx="100584" cy="100584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10" name="Text 6"/>
          <p:cNvSpPr/>
          <p:nvPr/>
        </p:nvSpPr>
        <p:spPr>
          <a:xfrm>
            <a:off x="6217920" y="356616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grounded — reasoning ends in a quoted policy line; full trace in audit_log.jsonl (governance, working)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989320" y="4544568"/>
            <a:ext cx="100584" cy="100584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12" name="Text 8"/>
          <p:cNvSpPr/>
          <p:nvPr/>
        </p:nvSpPr>
        <p:spPr>
          <a:xfrm>
            <a:off x="6217920" y="448056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12 proves the mechanism, not production performance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989320" y="5458968"/>
            <a:ext cx="100584" cy="100584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14" name="Text 10"/>
          <p:cNvSpPr/>
          <p:nvPr/>
        </p:nvSpPr>
        <p:spPr>
          <a:xfrm>
            <a:off x="6217920" y="539496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embedding retrieval over full CMS manuals · claims-history database · precision / recall at scale · provider time-series anomalies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217920" y="63550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report, code, audit log, and this deck: github.com/[repo]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2026-08-07T22:38:05Z</dcterms:created>
  <dcterms:modified xsi:type="dcterms:W3CDTF">2026-08-07T22:38:05Z</dcterms:modified>
</cp:coreProperties>
</file>